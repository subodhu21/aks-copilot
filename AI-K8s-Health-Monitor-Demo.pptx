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FE7DA-F1D1-4FBA-9EE4-44B0EA31A149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66F2D-1433-4C09-AC20-65A561A2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9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66F2D-1433-4C09-AC20-65A561A2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9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08847" y="4625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AI-Powered Kubernetes Health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Segoe UI"/>
              </a:defRPr>
            </a:pPr>
            <a:r>
              <a:t>Intelligent Pod Failure Detection  •  Root Cause Analysis  •  Automated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8"/>
                </a:solidFill>
                <a:latin typeface="Segoe UI"/>
              </a:defRPr>
            </a:pPr>
            <a:r>
              <a:t>Proof of Concept  |  TD SYNNEX  |  Cybage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12064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⚡  Real-Time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23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Pod Health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512064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🤖  AI-Powered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623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Claude Sonnet 4.6 (Bedrock)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12064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📊 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623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Interactive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512064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A24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🔔  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623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8C8"/>
                </a:solidFill>
                <a:latin typeface="Segoe UI"/>
              </a:defRPr>
            </a:pPr>
            <a:r>
              <a:t>Smart Notifications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The Problem &amp; 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🚨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❌  Manual kubectl debugging is slow &amp; error-prone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❌  Engineers waste hours on CrashLoopBackOff, OOMKilled, ImagePullBackOff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❌  No proactive alerting — failures discovered late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❌  Root cause analysis requires deep K8s expertise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❌  No standardised remediation playbooks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❌  Pod failures at night/weekends go unnoticed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1A24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✅  Our AI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✅  Automatic pod failure detection across namespaces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✅  AI-powered root cause analysis (Claude Sonnet 4.6)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✅  Smart Slack notifications with full RCA + fix steps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✅  Interactive Streamlit dashboard for real-time visibility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✅  Categorised issues (Image, OOM, Config, Auth, Dependency)</a:t>
            </a:r>
          </a:p>
          <a:p>
            <a:pPr>
              <a:spcAft>
                <a:spcPts val="1000"/>
              </a:spcAft>
              <a:defRPr sz="1500">
                <a:solidFill>
                  <a:srgbClr val="B0B8C8"/>
                </a:solidFill>
                <a:latin typeface="Segoe UI"/>
              </a:defRPr>
            </a:pPr>
            <a:r>
              <a:t>✅  Recovery playbooks with exact kubectl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Tech Stack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155680" cy="164592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🔄  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Kubernetes Cluster  →  Pod Health Scanner  →  Log Collection &amp; Issue Detection  →  AWS Bedrock AI Analysis  →  Root Cause + Recovery Playbook  →  Slack Notification +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🐍 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Python 3.11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Streamlit</a:t>
            </a:r>
            <a:r>
              <a:rPr dirty="0"/>
              <a:t> 1.60 (Dashboard)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boto3 (AWS SDK)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python-</a:t>
            </a:r>
            <a:r>
              <a:rPr dirty="0" err="1"/>
              <a:t>dotenv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862072" y="301752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315468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🤖  AI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657600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AWS Bedrock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Claude Sonnet 4.6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Fallback: Deterministic Analysis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Azure </a:t>
            </a:r>
            <a:r>
              <a:rPr dirty="0" err="1"/>
              <a:t>OpenAI</a:t>
            </a:r>
            <a:r>
              <a:rPr dirty="0"/>
              <a:t> (alternate)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04" y="301752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12664" y="315468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☸️  Kubernetes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3657600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kubectl</a:t>
            </a:r>
            <a:r>
              <a:rPr dirty="0"/>
              <a:t> (subprocess)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Minikube</a:t>
            </a:r>
            <a:r>
              <a:rPr dirty="0"/>
              <a:t> (local dev)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Multi-context support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Namespace-level scanning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301752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26096" y="315468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🔔 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6" y="3657600"/>
            <a:ext cx="1691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Slack Incoming Webhooks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MS Teams Adaptive Cards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Notification deduplication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Cooldown &amp; consolidation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02368" y="3017520"/>
            <a:ext cx="2057400" cy="34747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39528" y="315468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🔐 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5248" y="3657600"/>
            <a:ext cx="169164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AWS SSO / IAM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AWS Secrets Manager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Segoe UI"/>
              </a:defRPr>
            </a:pPr>
            <a:r>
              <a:rPr dirty="0"/>
              <a:t>•  No secrets in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Key Features &amp;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🔍  Smart Pod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Segoe UI"/>
              </a:defRPr>
            </a:pPr>
            <a:r>
              <a:t>Detects CrashLoopBackOff, OOMKilled,</a:t>
            </a:r>
            <a:br/>
            <a:r>
              <a:t>ImagePullBackOff, Pending, high restarts,</a:t>
            </a:r>
            <a:br/>
            <a:r>
              <a:t>and app-level errors in running pods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🧠  AI Root Cause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Segoe UI"/>
              </a:defRPr>
            </a:pPr>
            <a:r>
              <a:t>Claude Sonnet 4.6 analyses pod logs</a:t>
            </a:r>
            <a:br/>
            <a:r>
              <a:t>and descriptions to identify exact</a:t>
            </a:r>
            <a:br/>
            <a:r>
              <a:t>failure cause — not just symptoms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💡  AI Prescription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Segoe UI"/>
              </a:defRPr>
            </a:pPr>
            <a:r>
              <a:rPr dirty="0"/>
              <a:t>Natural language explanation of what</a:t>
            </a:r>
            <a:br>
              <a:rPr dirty="0"/>
            </a:br>
            <a:r>
              <a:rPr dirty="0"/>
              <a:t>went wrong and why, with context-aware</a:t>
            </a:r>
            <a:br>
              <a:rPr dirty="0"/>
            </a:br>
            <a:r>
              <a:rPr dirty="0"/>
              <a:t>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🛠️  Recovery Playbook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Segoe UI"/>
              </a:defRPr>
            </a:pPr>
            <a:r>
              <a:t>Step-by-step kubectl commands tailored</a:t>
            </a:r>
            <a:br/>
            <a:r>
              <a:t>to the specific issue category</a:t>
            </a:r>
            <a:br/>
            <a:r>
              <a:t>(Image, OOM, Config, Auth, etc.)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56616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703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📊  Real-Time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Segoe UI"/>
              </a:defRPr>
            </a:pPr>
            <a:r>
              <a:t>Dark-themed Streamlit UI with health</a:t>
            </a:r>
            <a:br/>
            <a:r>
              <a:t>metrics, pod cards, and tabbed AI</a:t>
            </a:r>
            <a:br/>
            <a:r>
              <a:t>analysis — all in parallel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474720" cy="2103120"/>
          </a:xfrm>
          <a:prstGeom prst="roundRect">
            <a:avLst>
              <a:gd name="adj" fmla="val 4000"/>
            </a:avLst>
          </a:prstGeom>
          <a:solidFill>
            <a:srgbClr val="1A24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3703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🔔  Smart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Segoe UI"/>
              </a:defRPr>
            </a:pPr>
            <a:r>
              <a:t>Slack alerts with full AI analysis,</a:t>
            </a:r>
            <a:br/>
            <a:r>
              <a:t>deduplication, cooldown, and</a:t>
            </a:r>
            <a:br/>
            <a:r>
              <a:t>markdown-to-Slack formatting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1155680" cy="822960"/>
          </a:xfrm>
          <a:prstGeom prst="roundRect">
            <a:avLst>
              <a:gd name="adj" fmla="val 2000"/>
            </a:avLst>
          </a:prstGeom>
          <a:solidFill>
            <a:srgbClr val="1A24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D4FF"/>
                </a:solidFill>
                <a:latin typeface="Segoe UI"/>
              </a:defRPr>
            </a:pPr>
            <a:r>
              <a:rPr dirty="0"/>
              <a:t>🎯  Live Demo:  http://localhost:8501   |   Namespace: default   |   3 demo pods (</a:t>
            </a:r>
            <a:r>
              <a:rPr dirty="0" err="1"/>
              <a:t>CrashLoop</a:t>
            </a:r>
            <a:r>
              <a:rPr dirty="0"/>
              <a:t> + </a:t>
            </a:r>
            <a:r>
              <a:rPr dirty="0" err="1"/>
              <a:t>ImagePull</a:t>
            </a:r>
            <a:r>
              <a:rPr dirty="0"/>
              <a:t> + Healthy)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452</Words>
  <Application>Microsoft Office PowerPoint</Application>
  <PresentationFormat>Widescreen</PresentationFormat>
  <Paragraphs>69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Subodh Ashok Ukarde</cp:lastModifiedBy>
  <cp:revision>4</cp:revision>
  <dcterms:created xsi:type="dcterms:W3CDTF">2013-01-27T09:14:16Z</dcterms:created>
  <dcterms:modified xsi:type="dcterms:W3CDTF">2026-07-25T10:36:32Z</dcterms:modified>
  <cp:category/>
</cp:coreProperties>
</file>